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 Charging Station Load Forecasting with DeepBoost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on: Elsevier 2024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 climate change through EVs.</a:t>
            </a:r>
          </a:p>
          <a:p>
            <a:r>
              <a:t>Forecasting EV charging load to balance power grid.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Motivation and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Overcome overfitting/underfitting issues.</a:t>
            </a:r>
          </a:p>
          <a:p>
            <a:r>
              <a:t>Propose DeepBoost: LSTM + CatBoost + XgBoost + Linear Regression.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Paper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 2: Literature Review</a:t>
            </a:r>
          </a:p>
          <a:p>
            <a:r>
              <a:t>Section 3: Model Architecture</a:t>
            </a:r>
          </a:p>
          <a:p>
            <a:r>
              <a:t>Section 4: Simulation &amp; Results</a:t>
            </a:r>
          </a:p>
          <a:p>
            <a:r>
              <a:t>Section 5: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ARIMA, SARIMA: not robust under noise.</a:t>
            </a:r>
          </a:p>
          <a:p>
            <a:r>
              <a:t>LSTM, GRU, CNN: good but sensitive to hyperparameters.</a:t>
            </a:r>
          </a:p>
          <a:p>
            <a:r>
              <a:t>Hybrid and Transformer models: improvements but costly.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1: LSTM, CatBoost, XgBoost - parallel training.</a:t>
            </a:r>
          </a:p>
          <a:p>
            <a:r>
              <a:t>Layer 2: Linear Regression combines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long-term dependencies.</a:t>
            </a:r>
          </a:p>
          <a:p>
            <a:r>
              <a:t>Uses forget, input, and output gates.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Efficient, handles missing data.</a:t>
            </a:r>
          </a:p>
          <a:p>
            <a:r>
              <a:t>Regularized learning to avoid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CatBoost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categorical features.</a:t>
            </a:r>
          </a:p>
          <a:p>
            <a:r>
              <a:t>Fast and scalable gradient boosting.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Layer-1 predictions.</a:t>
            </a:r>
          </a:p>
          <a:p>
            <a:r>
              <a:t>Trains on outputs from LSTM, CatBoost, XgBoost.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Simulation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ACN, Palo Alto, Perth datasets.</a:t>
            </a:r>
          </a:p>
          <a:p>
            <a:r>
              <a:t>Train/Test: 80/20; normalized via MinMaxScaler.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1 models process input independently.</a:t>
            </a:r>
          </a:p>
          <a:p>
            <a:r>
              <a:t>Layer 2 learns weights using Linear Regression.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search optimization.</a:t>
            </a:r>
          </a:p>
          <a:p>
            <a:r>
              <a:t>Consistent settings for all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Metrics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RMSE, MAE, MSE, NRMSE.</a:t>
            </a:r>
          </a:p>
          <a:p>
            <a:r>
              <a:t>Compare with CNN, GRU,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DeepBoost outperforms all other models.</a:t>
            </a:r>
          </a:p>
          <a:p>
            <a:r>
              <a:t>Shown via error metrics and visual graphs.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Literature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to seq2seq, Informer, BDL, EMD models.</a:t>
            </a:r>
          </a:p>
          <a:p>
            <a:r>
              <a:t>DeepBoost achieved better performance in all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model strengths, reduces weaknesses.</a:t>
            </a:r>
          </a:p>
          <a:p>
            <a:r>
              <a:t>Parallelism allows real-time application.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load forecasting using DeepBoost.</a:t>
            </a:r>
          </a:p>
          <a:p>
            <a:r>
              <a:t>Practical for smart grid and EV load planning.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IEEE, Elsevier, IEA sources.</a:t>
            </a:r>
          </a:p>
          <a:p>
            <a:r>
              <a:t>Open code: github.com/Ubaid014/DeepBoost-for-EVs-charging-station-load-forecasting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